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B Nazanin"/>
              </a:rPr>
              <a:t>فرایند انتخاب و رتبه‌بندی فناوری‌ها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32520" y="2423160"/>
            <a:ext cx="1965960" cy="16459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28346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 Nazanin"/>
              </a:rPr>
              <a:t>خوشه‌بندی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329184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گروه‌بندی فناوری‌های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5661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مشابه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423160"/>
            <a:ext cx="1965960" cy="16459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8346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AHP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9184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تعیین اهمیت نسبی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5661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معیارها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423160"/>
            <a:ext cx="1965960" cy="16459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8346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 Nazanin"/>
              </a:rPr>
              <a:t>تعدیل پویا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29184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تطبیق وزن‌ها با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5661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سناریوی پروژه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423160"/>
            <a:ext cx="1965960" cy="16459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8346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TOPSIS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9184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رتبه‌بندی نهایی در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661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B Nazanin"/>
              </a:rPr>
              <a:t>خوشه منتخب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2651760"/>
            <a:ext cx="1234440" cy="11887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292608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 Nazanin"/>
              </a:rPr>
              <a:t>فناوری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218688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 Nazanin"/>
              </a:rPr>
              <a:t>منتخب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49640" y="3108960"/>
            <a:ext cx="502920" cy="274320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172200" y="3108960"/>
            <a:ext cx="502920" cy="274320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3794760" y="3108960"/>
            <a:ext cx="502920" cy="274320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1508760" y="3108960"/>
            <a:ext cx="502920" cy="274320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  <a:latin typeface="B Nazanin"/>
              </a:rPr>
              <a:t>شکل X. چارچوب فرایندی انتخاب فناوری‌های شبکه سلولی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